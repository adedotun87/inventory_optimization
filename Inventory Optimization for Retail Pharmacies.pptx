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62ec55c75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62ec55c75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62ec55c75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62ec55c75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2ec55c75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62ec55c75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62ec55c75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62ec55c75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62ec55c75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62ec55c75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2ec55c75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62ec55c75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2ec55c75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2ec55c75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62ec55c75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62ec55c75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62ec55c75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62ec55c75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62ec55c75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62ec55c75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A4C2F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2325" y="328925"/>
            <a:ext cx="8520600" cy="144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Inventory Optimization for Retail Pharmacies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995050"/>
            <a:ext cx="8520600" cy="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 &amp; Recommendations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807525" y="3028175"/>
            <a:ext cx="781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AJAYI ADEDOTUN TAIWO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JANUARY 11TH, 2025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TOOL: GOOGLE SHEETS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&amp; Scope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78125" y="1092525"/>
            <a:ext cx="8654100" cy="38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Objectives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Understand inventory imbalances (stock-out risk and overstocking)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Assess alignment between demand forecasting and inventory decisions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Identify supply-side constraints affecting availability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Scope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SKU-level analysis across product categories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Metrics: inventory pressure, lead time risk, reorder parameters, markdown indicators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Tools: Google Sheets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Executive Takeaways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70.85% of products are at stock-out risk</a:t>
            </a:r>
            <a:r>
              <a:rPr lang="en" sz="1400">
                <a:solidFill>
                  <a:schemeClr val="dk1"/>
                </a:solidFill>
              </a:rPr>
              <a:t>, indicating widespread inventory imbalance.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89.04% of low-coverage products face lead times longer than their days-on-hand</a:t>
            </a:r>
            <a:r>
              <a:rPr lang="en" sz="1400">
                <a:solidFill>
                  <a:schemeClr val="dk1"/>
                </a:solidFill>
              </a:rPr>
              <a:t>, limiting replenishment recovery.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Inventory pressure is </a:t>
            </a:r>
            <a:r>
              <a:rPr b="1" lang="en" sz="1400">
                <a:solidFill>
                  <a:schemeClr val="dk1"/>
                </a:solidFill>
              </a:rPr>
              <a:t>consistently below 0.5 across all categories</a:t>
            </a:r>
            <a:r>
              <a:rPr lang="en" sz="1400">
                <a:solidFill>
                  <a:schemeClr val="dk1"/>
                </a:solidFill>
              </a:rPr>
              <a:t>, showing systemic under-coverage rather than isolated issues.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Inventory imbalance is driven by </a:t>
            </a:r>
            <a:r>
              <a:rPr b="1" lang="en" sz="1400">
                <a:solidFill>
                  <a:schemeClr val="dk1"/>
                </a:solidFill>
              </a:rPr>
              <a:t>replenishment and forecasting misalignment</a:t>
            </a:r>
            <a:r>
              <a:rPr lang="en" sz="1400">
                <a:solidFill>
                  <a:schemeClr val="dk1"/>
                </a:solidFill>
              </a:rPr>
              <a:t>, not zero-stock events.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Inventory Balance Overview (Outcome)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13750" y="1092525"/>
            <a:ext cx="8811300" cy="3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                                                                                                  </a:t>
            </a:r>
            <a:endParaRPr/>
          </a:p>
        </p:txBody>
      </p:sp>
      <p:pic>
        <p:nvPicPr>
          <p:cNvPr id="75" name="Google Shape;75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5650"/>
            <a:ext cx="6032676" cy="39188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6032675" y="1160925"/>
            <a:ext cx="29925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Key insight: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Majority of SKUs fall into </a:t>
            </a:r>
            <a:r>
              <a:rPr b="1" lang="en" sz="1900">
                <a:solidFill>
                  <a:schemeClr val="dk1"/>
                </a:solidFill>
              </a:rPr>
              <a:t>stock-out risk</a:t>
            </a:r>
            <a:br>
              <a:rPr b="1" lang="en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Overstock exists but is not the dominant issue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This slide establishes the </a:t>
            </a:r>
            <a:r>
              <a:rPr b="1" lang="en" sz="1900">
                <a:solidFill>
                  <a:schemeClr val="dk1"/>
                </a:solidFill>
              </a:rPr>
              <a:t>problem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Inventory Coverage Severity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689800" cy="3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827851" cy="383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6246425" y="1061625"/>
            <a:ext cx="2755200" cy="4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Key insight: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All categories operate </a:t>
            </a:r>
            <a:r>
              <a:rPr b="1" lang="en" sz="1700">
                <a:solidFill>
                  <a:schemeClr val="dk1"/>
                </a:solidFill>
              </a:rPr>
              <a:t>below safe coverage thresholds &lt; 0.5</a:t>
            </a:r>
            <a:br>
              <a:rPr b="1" lang="en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Stock-out risk is </a:t>
            </a:r>
            <a:r>
              <a:rPr b="1" lang="en" sz="1700">
                <a:solidFill>
                  <a:schemeClr val="dk1"/>
                </a:solidFill>
              </a:rPr>
              <a:t>systemic</a:t>
            </a:r>
            <a:r>
              <a:rPr lang="en" sz="1700">
                <a:solidFill>
                  <a:schemeClr val="dk1"/>
                </a:solidFill>
              </a:rPr>
              <a:t>, not category-specific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This answers: </a:t>
            </a:r>
            <a:r>
              <a:rPr i="1" lang="en" sz="1700">
                <a:solidFill>
                  <a:schemeClr val="dk1"/>
                </a:solidFill>
              </a:rPr>
              <a:t>How bad is it?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Lead-Time Risk Exposure (Root Cause)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83125" y="1017725"/>
            <a:ext cx="8749200" cy="38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50" y="1089675"/>
            <a:ext cx="5579275" cy="37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5842650" y="1175650"/>
            <a:ext cx="2636400" cy="3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Headline insight: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89.04%</a:t>
            </a:r>
            <a:r>
              <a:rPr lang="en" sz="1800">
                <a:solidFill>
                  <a:schemeClr val="dk1"/>
                </a:solidFill>
              </a:rPr>
              <a:t> of low-coverage products cannot be replenished before stock depletion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This answers: </a:t>
            </a:r>
            <a:r>
              <a:rPr i="1" lang="en" sz="1800">
                <a:solidFill>
                  <a:schemeClr val="dk1"/>
                </a:solidFill>
              </a:rPr>
              <a:t>Why is the risk so high?</a:t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Demand &amp; Replenishment Misalignment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392625" cy="336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5818900" y="1152475"/>
            <a:ext cx="3325200" cy="3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83">
                <a:solidFill>
                  <a:schemeClr val="dk1"/>
                </a:solidFill>
              </a:rPr>
              <a:t>Red flags:</a:t>
            </a:r>
            <a:endParaRPr b="1" sz="1583">
              <a:solidFill>
                <a:schemeClr val="dk1"/>
              </a:solidFill>
            </a:endParaRPr>
          </a:p>
          <a:p>
            <a:pPr indent="-28472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84"/>
              <a:buChar char="●"/>
            </a:pPr>
            <a:r>
              <a:rPr b="1" lang="en" sz="1583">
                <a:solidFill>
                  <a:schemeClr val="dk1"/>
                </a:solidFill>
              </a:rPr>
              <a:t>High Monthly Demand + Low Inventory Pressure</a:t>
            </a:r>
            <a:br>
              <a:rPr b="1" lang="en" sz="1583">
                <a:solidFill>
                  <a:schemeClr val="dk1"/>
                </a:solidFill>
              </a:rPr>
            </a:br>
            <a:endParaRPr b="1" sz="1583">
              <a:solidFill>
                <a:schemeClr val="dk1"/>
              </a:solidFill>
            </a:endParaRPr>
          </a:p>
          <a:p>
            <a:pPr indent="-284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4"/>
              <a:buChar char="●"/>
            </a:pPr>
            <a:r>
              <a:rPr b="1" lang="en" sz="1583">
                <a:solidFill>
                  <a:schemeClr val="dk1"/>
                </a:solidFill>
              </a:rPr>
              <a:t>Cluster of points below 0.5</a:t>
            </a:r>
            <a:endParaRPr b="1" sz="158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this diagnoses: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Forecast–inventory alignment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Understocking of high-demand SKUs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Implications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Hi</a:t>
            </a:r>
            <a:r>
              <a:rPr b="1" lang="en" sz="1900">
                <a:solidFill>
                  <a:schemeClr val="dk1"/>
                </a:solidFill>
              </a:rPr>
              <a:t>gh service-level risk for essential medicines</a:t>
            </a:r>
            <a:br>
              <a:rPr b="1" lang="en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Increased likelihood of emergency replenishment</a:t>
            </a:r>
            <a:br>
              <a:rPr b="1" lang="en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Lost sales risk despite inventory on hand</a:t>
            </a:r>
            <a:br>
              <a:rPr b="1" lang="en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Reduced resilience to demand spikes or supplier delays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30"/>
              <a:t>Key Recommendations (Summary)</a:t>
            </a:r>
            <a:endParaRPr b="1" sz="253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Inventory Policy</a:t>
            </a:r>
            <a:br>
              <a:rPr b="1" lang="en" sz="2100">
                <a:solidFill>
                  <a:schemeClr val="dk1"/>
                </a:solidFill>
              </a:rPr>
            </a:b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Forecasting</a:t>
            </a:r>
            <a:br>
              <a:rPr b="1" lang="en" sz="2100">
                <a:solidFill>
                  <a:schemeClr val="dk1"/>
                </a:solidFill>
              </a:rPr>
            </a:b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Supply &amp; Promotions (In Later project)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49375"/>
            <a:ext cx="8520600" cy="11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30"/>
              <a:t>Recommendations: Inventory, Replenishment &amp; Forecasting</a:t>
            </a:r>
            <a:endParaRPr b="1" sz="253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64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Increase reorder points for long-lead-time SKU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Introduce lead-time-based safety stock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Differentiate reorder quantities by demand velocity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Classify SKUs by risk tier (High / Medium / Low)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Use rolling monthly demand instead of static forecasts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/>
              <a:t>Conclusion </a:t>
            </a:r>
            <a:endParaRPr b="1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Pilot revised reorder logic on high-risk SKUs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Monitor inventory pressure weekly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Integrate lead-time risk into reorder decisions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